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edge text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914400" cy="914400"/>
          </a:xfrm>
          <a:prstGeom prst="rect">
            <a:avLst/>
          </a:prstGeom>
        </p:spPr>
      </p:pic>
      <p:sp>
        <p:nvSpPr>
          <p:cNvPr id="90" name="Plain"/>
          <p:cNvSpPr/>
          <p:nvPr/>
        </p:nvSpPr>
        <p:spPr/>
        <p:txBody>
          <a:bodyPr/>
          <a:p>
            <a:r>
              <a:t>no geometry</a:t>
            </a:r>
            <a:fld id="{1}" type="slidenum">
              <a:t>7</a:t>
            </a:fld>
            <a:br/>
            <a: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