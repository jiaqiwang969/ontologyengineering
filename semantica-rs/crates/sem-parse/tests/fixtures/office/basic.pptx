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one</a:t>
            </a:r>
          </a:p>
          <a:p>
            <a:r>
              <a:t>more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  Welcome Deck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line</a:t>
            </a:r>
          </a:p>
          <a:p>
            <a:r>
              <a:t>Second 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A</a:t>
            </a:r>
          </a:p>
          <a:p>
            <a:pPr lvl="1"/>
            <a:r>
              <a:t>Sub point</a:t>
            </a:r>
          </a:p>
          <a:p>
            <a:r>
              <a:t>Run one </a:t>
            </a:r>
            <a:br/>
            <a:r>
              <a:t>after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Text box words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4572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Shape text</a:t>
            </a:r>
          </a:p>
        </p:txBody>
      </p:sp>
      <p:sp>
        <p:nvSpPr>
          <p:cNvPr id="6" name="Oval 5"/>
          <p:cNvSpPr/>
          <p:nvPr/>
        </p:nvSpPr>
        <p:spPr>
          <a:xfrm>
            <a:off x="6400800" y="45720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14400" y="914400"/>
            <a:ext cx="91440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box acts as title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914400" cy="914400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3657600"/>
          <a:ext cx="274320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4572000" y="3657600"/>
            <a:ext cx="1828800" cy="914400"/>
            <a:chOff x="4572000" y="3657600"/>
            <a:chExt cx="1828800" cy="914400"/>
          </a:xfrm>
        </p:grpSpPr>
        <p:sp>
          <p:nvSpPr>
            <p:cNvPr id="7" name="TextBox 6"/>
            <p:cNvSpPr txBox="1"/>
            <p:nvPr/>
          </p:nvSpPr>
          <p:spPr>
            <a:xfrm>
              <a:off x="4572000" y="3657600"/>
              <a:ext cx="18288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inside group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slide</a:t>
            </a:r>
          </a:p>
        </p:txBody>
      </p:sp>
      <p:pic>
        <p:nvPicPr>
          <p:cNvPr id="3" name="Picture Placeholder 2" descr="image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2500" b="12500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caption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  only text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 Title</dc:title>
  <dc:subject>Planning</dc:subject>
  <dc:creator>Carol</dc:creator>
  <cp:keywords>roadmap</cp:keywords>
  <dc:description>internal</dc:description>
  <cp:lastModifiedBy>Dave</cp:lastModifiedBy>
  <cp:revision>1</cp:revision>
  <dcterms:created xsi:type="dcterms:W3CDTF">2023-04-05T06:07:08Z</dcterms:created>
  <dcterms:modified xsi:type="dcterms:W3CDTF">2023-05-06T07:08:09Z</dcterms:modified>
  <cp:category/>
</cp:coreProperties>
</file>